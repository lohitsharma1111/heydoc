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52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HeyDoc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Scribe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Clinical Documentation with Artificial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651760" cy="3200400"/>
          </a:xfrm>
          <a:prstGeom prst="rect">
            <a:avLst/>
          </a:prstGeom>
          <a:solidFill>
            <a:srgbClr val="E8F5F3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65176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173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to Documentation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spend 35–40% of their day on administrative paperwork, reducing time with patients.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3200400"/>
          </a:xfrm>
          <a:prstGeom prst="rect">
            <a:avLst/>
          </a:prstGeom>
          <a:solidFill>
            <a:srgbClr val="E8F5F3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80160"/>
            <a:ext cx="265176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4173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✏️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Note-Taking is Error-Prone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or typed notes are prone to omissions, inconsistencies, and fatigue-related errors.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E8F5F3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4173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Details Get Missed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busy clinical environments, key diagnostic details can be overlooked during manual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HeyDoc — AI-Powered Medical Scribe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HeyDoc listens to doctor-patient conversations and automatically generates structured clinical notes, patient summaries, and downloadable reports — saving time and reducing documentation errors.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45720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audio conversations automatically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035808"/>
            <a:ext cx="45720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0358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0815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Doctor vs. Patient speakers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511296"/>
            <a:ext cx="45720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5112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5570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SOAP notes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986784"/>
            <a:ext cx="45720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9867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🧑‍⚕️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0325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patient-friendly summaries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462272"/>
            <a:ext cx="45720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462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5079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professional PDF reports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554480"/>
          </a:xfrm>
          <a:prstGeom prst="rect">
            <a:avLst/>
          </a:prstGeom>
          <a:solidFill>
            <a:srgbClr val="E8F5F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80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upload, or type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554480"/>
          </a:xfrm>
          <a:prstGeom prst="rect">
            <a:avLst/>
          </a:prstGeom>
          <a:solidFill>
            <a:srgbClr val="E8F5F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3042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vs Patient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743200" cy="1554480"/>
          </a:xfrm>
          <a:prstGeom prst="rect">
            <a:avLst/>
          </a:prstGeom>
          <a:solidFill>
            <a:srgbClr val="E8F5F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280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938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3042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743200" cy="1554480"/>
          </a:xfrm>
          <a:prstGeom prst="rect">
            <a:avLst/>
          </a:prstGeom>
          <a:solidFill>
            <a:srgbClr val="E8F5F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1752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🧑‍⚕️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743200" cy="1554480"/>
          </a:xfrm>
          <a:prstGeom prst="rect">
            <a:avLst/>
          </a:prstGeom>
          <a:solidFill>
            <a:srgbClr val="E8F5F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01752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9184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1330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3017520"/>
            <a:ext cx="2743200" cy="1554480"/>
          </a:xfrm>
          <a:prstGeom prst="rect">
            <a:avLst/>
          </a:prstGeom>
          <a:solidFill>
            <a:srgbClr val="E8F5F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3017520"/>
            <a:ext cx="274320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7220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41330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" y="1097280"/>
            <a:ext cx="1234440" cy="118872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1755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90472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5"/>
                </a:solidFill>
              </a:rPr>
              <a:t>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1640" y="1097280"/>
            <a:ext cx="1234440" cy="118872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755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53512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5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1234440" cy="118872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1755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Patient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16552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5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1234440" cy="1188720"/>
          </a:xfrm>
          <a:prstGeom prst="rect">
            <a:avLst/>
          </a:prstGeom>
          <a:solidFill>
            <a:srgbClr val="F57F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1755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79592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5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1234440" cy="1188720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1755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42632" y="1463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FA5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43800" y="1097280"/>
            <a:ext cx="1234440" cy="1188720"/>
          </a:xfrm>
          <a:prstGeom prst="rect">
            <a:avLst/>
          </a:prstGeom>
          <a:solidFill>
            <a:srgbClr val="C628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1755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834640"/>
            <a:ext cx="2011680" cy="192024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Module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</a:t>
            </a: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text via Base64 encoding. Handles WAV format input.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2834640"/>
            <a:ext cx="2011680" cy="192024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0" name="Text 28"/>
          <p:cNvSpPr/>
          <p:nvPr/>
        </p:nvSpPr>
        <p:spPr>
          <a:xfrm>
            <a:off x="251460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classification distinguishes DOCTOR vs PATIENT turns in conversation.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2834640"/>
            <a:ext cx="2011680" cy="192024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Generator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structured JSON with Subjective, Objective, Assessment, and Plan sections.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12280" y="2834640"/>
            <a:ext cx="2011680" cy="192024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Summary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SOAP JSON into accessible </a:t>
            </a:r>
            <a:r>
              <a:rPr lang="en-US" sz="1000" dirty="0" smtClean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</a:t>
            </a: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for the patient.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0972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Python web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206240" cy="10972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188720"/>
            <a:ext cx="73152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993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and orchestration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423160"/>
            <a:ext cx="73152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227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00897B"/>
                </a:solidFill>
                <a:latin typeface="Calibri" pitchFamily="34" charset="0"/>
                <a:cs typeface="Calibri" pitchFamily="34" charset="-120"/>
              </a:rPr>
              <a:t>Speech-to-text models (Gemini Flash)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423160"/>
            <a:ext cx="4206240" cy="10972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423160"/>
            <a:ext cx="73152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880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Encoding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227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audio handling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0972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657600"/>
            <a:ext cx="73152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Builder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44622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PDF library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06240" cy="10972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3657600"/>
            <a:ext cx="73152" cy="1097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114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92040" y="44622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&amp; responsive UI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73152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234440" y="1051560"/>
            <a:ext cx="7589520" cy="731520"/>
          </a:xfrm>
          <a:prstGeom prst="rect">
            <a:avLst/>
          </a:prstGeom>
          <a:solidFill>
            <a:srgbClr val="0D245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35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Patient-reported symptoms, chief complaint, and medical history as described in their own words.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73152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34440" y="2011680"/>
            <a:ext cx="7589520" cy="731520"/>
          </a:xfrm>
          <a:prstGeom prst="rect">
            <a:avLst/>
          </a:prstGeom>
          <a:solidFill>
            <a:srgbClr val="0D245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95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observations, vitals, examination findings, and diagnostic test results recorded by the doctor.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731520" cy="7315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1234440" y="2971800"/>
            <a:ext cx="7589520" cy="731520"/>
          </a:xfrm>
          <a:prstGeom prst="rect">
            <a:avLst/>
          </a:prstGeom>
          <a:solidFill>
            <a:srgbClr val="0D2450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017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55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clinical impression, working diagnosis, and differential diagnoses based on findings.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731520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234440" y="3931920"/>
            <a:ext cx="7589520" cy="731520"/>
          </a:xfrm>
          <a:prstGeom prst="rect">
            <a:avLst/>
          </a:prstGeom>
          <a:solidFill>
            <a:srgbClr val="0D2450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3159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plan, prescribed medications, referrals, follow-up schedule, and patient instructions.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347472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documentation time per consultation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2011680" cy="347472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146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structured notes reduce omissions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2011680" cy="347472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Notes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format meets clinical best practices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2011680" cy="347472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8122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Patient-First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283464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improve communication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3931920" cy="566928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LLM model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58568"/>
            <a:ext cx="3931920" cy="566928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04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HIPAA-compliant (demo only)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16936"/>
            <a:ext cx="3931920" cy="566928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626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streaming support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75304"/>
            <a:ext cx="3931920" cy="566928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6210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EMR system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3931920" cy="50292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6459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 via WebSockets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67128"/>
            <a:ext cx="3931920" cy="502920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2128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EMR system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77977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738628"/>
            <a:ext cx="3931920" cy="502920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731829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79296"/>
            <a:ext cx="3931920" cy="50292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33509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</a:t>
            </a:r>
            <a:r>
              <a:rPr lang="en-US" sz="1200" dirty="0" smtClean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Patient family tree tracking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75981" y="3826764"/>
            <a:ext cx="3931920" cy="502920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27" name="Text 25"/>
          <p:cNvSpPr/>
          <p:nvPr/>
        </p:nvSpPr>
        <p:spPr>
          <a:xfrm>
            <a:off x="4913141" y="38806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medical LLM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HeyDoc demonstrates how AI can transform clinical workflows — making healthcare more efficient, accurate, and patient-centered.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20240" cy="2286000"/>
          </a:xfrm>
          <a:prstGeom prst="rect">
            <a:avLst/>
          </a:prstGeom>
          <a:solidFill>
            <a:srgbClr val="0D2450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192024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Documentation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audio to SOAP note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286000"/>
            <a:ext cx="1920240" cy="2286000"/>
          </a:xfrm>
          <a:prstGeom prst="rect">
            <a:avLst/>
          </a:prstGeom>
          <a:solidFill>
            <a:srgbClr val="0D2450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286000"/>
            <a:ext cx="192024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👨‍⚕️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51760" y="3063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Burnout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611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focus on care, not paperwork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1920240" cy="2286000"/>
          </a:xfrm>
          <a:prstGeom prst="rect">
            <a:avLst/>
          </a:prstGeom>
          <a:solidFill>
            <a:srgbClr val="0D2450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86000"/>
            <a:ext cx="192024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11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for patients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286000"/>
            <a:ext cx="1920240" cy="2286000"/>
          </a:xfrm>
          <a:prstGeom prst="rect">
            <a:avLst/>
          </a:prstGeom>
          <a:solidFill>
            <a:srgbClr val="0D2450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2286000"/>
            <a:ext cx="192024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🏗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0" y="3063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Foundation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611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for healthcare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0" y="9144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3474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HeyDoc — AI-Powered Medical Scribe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546</Words>
  <Application>Microsoft Office PowerPoint</Application>
  <PresentationFormat>On-screen Show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HeyDoc – AI Medical Scribe</dc:title>
  <dc:subject>PptxGenJS Presentation</dc:subject>
  <dc:creator>PptxGenJS</dc:creator>
  <cp:lastModifiedBy>Microsoft account</cp:lastModifiedBy>
  <cp:revision>3</cp:revision>
  <dcterms:created xsi:type="dcterms:W3CDTF">2026-03-31T17:24:39Z</dcterms:created>
  <dcterms:modified xsi:type="dcterms:W3CDTF">2026-03-31T17:39:50Z</dcterms:modified>
</cp:coreProperties>
</file>